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1" r:id="rId25"/>
    <p:sldId id="280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30" autoAdjust="0"/>
    <p:restoredTop sz="96029" autoAdjust="0"/>
  </p:normalViewPr>
  <p:slideViewPr>
    <p:cSldViewPr snapToGrid="0">
      <p:cViewPr varScale="1">
        <p:scale>
          <a:sx n="70" d="100"/>
          <a:sy n="70" d="100"/>
        </p:scale>
        <p:origin x="208" y="1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69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1327759"/>
            <a:ext cx="4989628" cy="1929505"/>
          </a:xfrm>
        </p:spPr>
        <p:txBody>
          <a:bodyPr/>
          <a:lstStyle/>
          <a:p>
            <a:r>
              <a:rPr lang="en-US" dirty="0"/>
              <a:t>Spiderman’s best Villian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3257264"/>
            <a:ext cx="4989628" cy="816022"/>
          </a:xfrm>
        </p:spPr>
        <p:txBody>
          <a:bodyPr>
            <a:normAutofit/>
          </a:bodyPr>
          <a:lstStyle/>
          <a:p>
            <a:r>
              <a:rPr lang="en-US" dirty="0"/>
              <a:t>GianCarlo Rappa</a:t>
            </a: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/>
          <a:lstStyle/>
          <a:p>
            <a:r>
              <a:rPr lang="en-US" dirty="0"/>
              <a:t>Rogues Gallery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1" y="2747550"/>
            <a:ext cx="5309918" cy="2872039"/>
          </a:xfrm>
        </p:spPr>
        <p:txBody>
          <a:bodyPr/>
          <a:lstStyle/>
          <a:p>
            <a:r>
              <a:rPr lang="en-US" dirty="0"/>
              <a:t>Spiderman’s rouge gallery consist of greats such as </a:t>
            </a:r>
          </a:p>
          <a:p>
            <a:r>
              <a:rPr lang="en-US" dirty="0"/>
              <a:t>-Green Goblin </a:t>
            </a:r>
          </a:p>
          <a:p>
            <a:r>
              <a:rPr lang="en-US" dirty="0"/>
              <a:t>-Doctor Octopus </a:t>
            </a:r>
          </a:p>
          <a:p>
            <a:r>
              <a:rPr lang="en-US" dirty="0"/>
              <a:t>-Venom </a:t>
            </a:r>
          </a:p>
          <a:p>
            <a:r>
              <a:rPr lang="en-US" dirty="0"/>
              <a:t>-Stilt-Man</a:t>
            </a:r>
          </a:p>
          <a:p>
            <a:r>
              <a:rPr lang="en-US" dirty="0"/>
              <a:t>-Kingpin 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5127FF-6E41-27BC-EBCD-86E660C7E2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Spider-Man Graphic Novel Sinister Six">
            <a:extLst>
              <a:ext uri="{FF2B5EF4-FFF2-40B4-BE49-F238E27FC236}">
                <a16:creationId xmlns:a16="http://schemas.microsoft.com/office/drawing/2014/main" id="{DC430259-7387-CC16-6B3E-2940F9C35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31" y="0"/>
            <a:ext cx="49975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0FFF-FD91-8255-74F6-B7E4D50B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Jackson Weele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3AD8E-39CB-A424-6D37-51D2A63157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3734188"/>
          </a:xfrm>
        </p:spPr>
        <p:txBody>
          <a:bodyPr/>
          <a:lstStyle/>
          <a:p>
            <a:r>
              <a:rPr lang="en-US" sz="1600" dirty="0"/>
              <a:t>-Husband</a:t>
            </a:r>
          </a:p>
          <a:p>
            <a:r>
              <a:rPr lang="en-US" sz="1600" dirty="0"/>
              <a:t>-Corrupt businessman </a:t>
            </a:r>
          </a:p>
          <a:p>
            <a:r>
              <a:rPr lang="en-US" sz="1600" dirty="0"/>
              <a:t>-5′5″ (1.65 m)</a:t>
            </a:r>
          </a:p>
          <a:p>
            <a:r>
              <a:rPr lang="en-US" sz="1600" dirty="0"/>
              <a:t>-Weight 140 </a:t>
            </a:r>
            <a:r>
              <a:rPr lang="en-US" sz="1600" dirty="0" err="1"/>
              <a:t>lbs</a:t>
            </a:r>
            <a:r>
              <a:rPr lang="en-US" sz="1600" dirty="0"/>
              <a:t> (63.5 kg)</a:t>
            </a:r>
          </a:p>
          <a:p>
            <a:r>
              <a:rPr lang="en-US" sz="1600" dirty="0"/>
              <a:t>-Eyes: Brown</a:t>
            </a:r>
          </a:p>
          <a:p>
            <a:r>
              <a:rPr lang="en-US" sz="1600" dirty="0"/>
              <a:t>-Hair: Grey hair</a:t>
            </a:r>
          </a:p>
          <a:p>
            <a:r>
              <a:rPr lang="en-US" sz="1600" dirty="0"/>
              <a:t>-College educated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20BDA-D223-36EC-E95F-3FA002EE9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82611-B964-0D88-8029-72DFB9332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2050" name="Picture 2" descr="Jackson_Weele_(Earth-616)_from_Amazing_Spider-Man_Vol_1_183_001">
            <a:extLst>
              <a:ext uri="{FF2B5EF4-FFF2-40B4-BE49-F238E27FC236}">
                <a16:creationId xmlns:a16="http://schemas.microsoft.com/office/drawing/2014/main" id="{F1A7EF4D-C6AF-AA09-6C9E-6D50F79AD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75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91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5924-D74F-692C-6855-46417F75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>
            <a:normAutofit/>
          </a:bodyPr>
          <a:lstStyle/>
          <a:p>
            <a:r>
              <a:rPr lang="en-US" dirty="0"/>
              <a:t>origin</a:t>
            </a:r>
          </a:p>
        </p:txBody>
      </p:sp>
      <p:sp>
        <p:nvSpPr>
          <p:cNvPr id="3079" name="Text Placeholder 2">
            <a:extLst>
              <a:ext uri="{FF2B5EF4-FFF2-40B4-BE49-F238E27FC236}">
                <a16:creationId xmlns:a16="http://schemas.microsoft.com/office/drawing/2014/main" id="{E250CF21-B054-99B5-0FF4-B577524EA0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1" y="2747550"/>
            <a:ext cx="5309918" cy="2872039"/>
          </a:xfrm>
        </p:spPr>
        <p:txBody>
          <a:bodyPr/>
          <a:lstStyle/>
          <a:p>
            <a:r>
              <a:rPr lang="en-US" dirty="0"/>
              <a:t>-Jackson Weele embezzled money from his own company  </a:t>
            </a:r>
          </a:p>
          <a:p>
            <a:r>
              <a:rPr lang="en-US" dirty="0"/>
              <a:t>-Kept the records of his embezzlement</a:t>
            </a:r>
          </a:p>
          <a:p>
            <a:r>
              <a:rPr lang="en-US" dirty="0"/>
              <a:t>-Evidence could put him in jail for 15+ years and wife will leave him</a:t>
            </a:r>
          </a:p>
          <a:p>
            <a:r>
              <a:rPr lang="en-US" dirty="0"/>
              <a:t>-Hires the Rocket Racer to steal records backs</a:t>
            </a:r>
          </a:p>
          <a:p>
            <a:r>
              <a:rPr lang="en-US" dirty="0"/>
              <a:t>-Rocket Racer did so, used the evidence to blackmail Weele.</a:t>
            </a:r>
          </a:p>
          <a:p>
            <a:endParaRPr lang="en-US" dirty="0"/>
          </a:p>
        </p:txBody>
      </p:sp>
      <p:pic>
        <p:nvPicPr>
          <p:cNvPr id="3074" name="Picture 2" descr="Embezzlement - Overview, Types, Legals">
            <a:extLst>
              <a:ext uri="{FF2B5EF4-FFF2-40B4-BE49-F238E27FC236}">
                <a16:creationId xmlns:a16="http://schemas.microsoft.com/office/drawing/2014/main" id="{B1989126-7369-70EB-10A6-CF0FC355C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5"/>
          <a:stretch>
            <a:fillRect/>
          </a:stretch>
        </p:blipFill>
        <p:spPr bwMode="auto">
          <a:xfrm>
            <a:off x="7663453" y="1433033"/>
            <a:ext cx="3527091" cy="3463540"/>
          </a:xfrm>
          <a:prstGeom prst="ellipse">
            <a:avLst/>
          </a:prstGeom>
          <a:solidFill>
            <a:srgbClr val="FFFFFF"/>
          </a:solid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6B723-28F0-3A9F-DF83-988B7CEA1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36A96-6492-CF6C-9479-15436775C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en-US" smtClean="0"/>
              <a:pPr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pic>
        <p:nvPicPr>
          <p:cNvPr id="6" name="Picture 2" descr="Jackson_Weele_(Earth-616)_from_Amazing_Spider-Man_Vol_1_183_001">
            <a:extLst>
              <a:ext uri="{FF2B5EF4-FFF2-40B4-BE49-F238E27FC236}">
                <a16:creationId xmlns:a16="http://schemas.microsoft.com/office/drawing/2014/main" id="{7940967B-C0D9-DF20-FB4C-0233F0042E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3" t="2996" r="5165" b="32801"/>
          <a:stretch>
            <a:fillRect/>
          </a:stretch>
        </p:blipFill>
        <p:spPr bwMode="auto">
          <a:xfrm>
            <a:off x="8980915" y="1735403"/>
            <a:ext cx="1748045" cy="248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49A716-934B-0D29-4BDD-8BA059FFCFA9}"/>
              </a:ext>
            </a:extLst>
          </p:cNvPr>
          <p:cNvSpPr txBox="1"/>
          <p:nvPr/>
        </p:nvSpPr>
        <p:spPr>
          <a:xfrm>
            <a:off x="121920" y="6211669"/>
            <a:ext cx="442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Amazing Spider-Man Vol 1 182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2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90E0-CFAE-A5FC-87A0-F13CF74C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B417-9BFB-ED67-BE03-28C4E05082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053A3C-34B4-3827-4E7F-9DC8206F9C3C}"/>
              </a:ext>
            </a:extLst>
          </p:cNvPr>
          <p:cNvSpPr/>
          <p:nvPr/>
        </p:nvSpPr>
        <p:spPr>
          <a:xfrm>
            <a:off x="0" y="0"/>
            <a:ext cx="12192000" cy="7039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ic book page with a person walking on a fence&#10;&#10;AI-generated content may be incorrect.">
            <a:extLst>
              <a:ext uri="{FF2B5EF4-FFF2-40B4-BE49-F238E27FC236}">
                <a16:creationId xmlns:a16="http://schemas.microsoft.com/office/drawing/2014/main" id="{9E41A30F-9D98-F9B9-4D5C-F91CC671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19" t="8242" r="8045" b="4760"/>
          <a:stretch>
            <a:fillRect/>
          </a:stretch>
        </p:blipFill>
        <p:spPr>
          <a:xfrm>
            <a:off x="0" y="412750"/>
            <a:ext cx="6858000" cy="6032500"/>
          </a:xfrm>
          <a:prstGeom prst="rect">
            <a:avLst/>
          </a:prstGeom>
        </p:spPr>
      </p:pic>
      <p:pic>
        <p:nvPicPr>
          <p:cNvPr id="7" name="Picture 6" descr="A comic book page of a superhero and an old person&#10;&#10;AI-generated content may be incorrect.">
            <a:extLst>
              <a:ext uri="{FF2B5EF4-FFF2-40B4-BE49-F238E27FC236}">
                <a16:creationId xmlns:a16="http://schemas.microsoft.com/office/drawing/2014/main" id="{CD3AD2CB-6BE1-2585-2C7C-4319803010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60" t="8166" r="22358" b="4776"/>
          <a:stretch>
            <a:fillRect/>
          </a:stretch>
        </p:blipFill>
        <p:spPr>
          <a:xfrm>
            <a:off x="6940463" y="810456"/>
            <a:ext cx="5169074" cy="52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FBE9-68C2-5B15-045B-30DA603E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77A32-E34E-1D1F-D03C-78F672D58E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740444F-9ED6-601D-7808-BDB761C04D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0508D-07E1-1994-1AD7-AFF7226A0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63569-71EE-1004-2AFE-24AF33AFF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0D7BB-84B4-A69D-17B8-C3BD497EF317}"/>
              </a:ext>
            </a:extLst>
          </p:cNvPr>
          <p:cNvSpPr/>
          <p:nvPr/>
        </p:nvSpPr>
        <p:spPr>
          <a:xfrm>
            <a:off x="0" y="0"/>
            <a:ext cx="12192000" cy="7039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Jackson_Weele_(Earth-616)_from_Amazing_Spider-Man_Vol_1_183_001">
            <a:extLst>
              <a:ext uri="{FF2B5EF4-FFF2-40B4-BE49-F238E27FC236}">
                <a16:creationId xmlns:a16="http://schemas.microsoft.com/office/drawing/2014/main" id="{9B96AF53-63DF-71F6-60C4-21B63344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032" y="57149"/>
            <a:ext cx="4821751" cy="69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05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2D3F-0E33-1C51-5681-EC74218A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06FC-AF3E-A116-C815-6BE1FB2B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93063-61A5-22F9-01B8-F8B8AF92A2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2D757F-DA71-47EF-2D83-1B857A9F64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C84AC-A145-441A-B7A4-863616DB3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35901-0E0C-E977-7B3E-0A82489B7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A1E29-D673-08B6-0CA8-5539A45B24C8}"/>
              </a:ext>
            </a:extLst>
          </p:cNvPr>
          <p:cNvSpPr/>
          <p:nvPr/>
        </p:nvSpPr>
        <p:spPr>
          <a:xfrm>
            <a:off x="-83062" y="-148340"/>
            <a:ext cx="12470133" cy="7039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Big Wheel | Spiderman animated Wikia | Fandom">
            <a:extLst>
              <a:ext uri="{FF2B5EF4-FFF2-40B4-BE49-F238E27FC236}">
                <a16:creationId xmlns:a16="http://schemas.microsoft.com/office/drawing/2014/main" id="{5C9A0F6A-6AFC-80E9-6D97-D46FBF6F9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911" y="-57763"/>
            <a:ext cx="3816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96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  <p:sndAc>
          <p:stSnd>
            <p:snd r:embed="rId2" name="push.wav"/>
          </p:stSnd>
        </p:sndAc>
      </p:transition>
    </mc:Choice>
    <mc:Fallback xmlns="">
      <p:transition spd="slow">
        <p:fade/>
        <p:sndAc>
          <p:stSnd>
            <p:snd r:embed="rId4" name="pu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1D5B-AC41-A15C-6175-0D682E7F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1A68-ADC9-3B3C-DE10-9401726B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233D9-CDB8-777C-A34B-BCA4703F7D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2414674"/>
          </a:xfrm>
        </p:spPr>
        <p:txBody>
          <a:bodyPr/>
          <a:lstStyle/>
          <a:p>
            <a:r>
              <a:rPr lang="en-US" sz="1600" dirty="0"/>
              <a:t>-Evil Villain </a:t>
            </a:r>
          </a:p>
          <a:p>
            <a:r>
              <a:rPr lang="en-US" sz="1600" dirty="0"/>
              <a:t>-Corrupt human </a:t>
            </a:r>
          </a:p>
          <a:p>
            <a:r>
              <a:rPr lang="en-US" sz="1600" dirty="0"/>
              <a:t>-Wants to destroy Rocket Racer</a:t>
            </a:r>
          </a:p>
          <a:p>
            <a:r>
              <a:rPr lang="en-US" sz="1600" dirty="0"/>
              <a:t>-5′5″ (1.65 m)</a:t>
            </a:r>
          </a:p>
          <a:p>
            <a:r>
              <a:rPr lang="en-US" sz="1600" dirty="0"/>
              <a:t>-College educated</a:t>
            </a:r>
          </a:p>
          <a:p>
            <a:r>
              <a:rPr lang="en-US" sz="1600" dirty="0"/>
              <a:t>-Pilots The Big Wheel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4939E-39A1-67A6-AC6E-1324A0070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79AE0-99B5-B8CA-7013-5C6453918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2" descr="Big Wheel | Spiderman animated Wikia | Fandom">
            <a:extLst>
              <a:ext uri="{FF2B5EF4-FFF2-40B4-BE49-F238E27FC236}">
                <a16:creationId xmlns:a16="http://schemas.microsoft.com/office/drawing/2014/main" id="{5CA0E19A-1C99-A382-F61B-80F67201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97" y="0"/>
            <a:ext cx="3816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62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6A56-1231-74FB-A5BB-26E9F540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B5DE0-31FE-9579-C6E5-97900F6719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1048861"/>
          </a:xfrm>
        </p:spPr>
        <p:txBody>
          <a:bodyPr/>
          <a:lstStyle/>
          <a:p>
            <a:r>
              <a:rPr lang="en-US" dirty="0"/>
              <a:t>-Big monowheel</a:t>
            </a:r>
          </a:p>
          <a:p>
            <a:r>
              <a:rPr lang="en-US" dirty="0"/>
              <a:t>-Air tight</a:t>
            </a:r>
          </a:p>
          <a:p>
            <a:r>
              <a:rPr lang="en-US" dirty="0"/>
              <a:t>-large mechanical wheel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A52EB-3BE5-F6AA-7D90-9116D179B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DF5F0-268C-7A1D-F0C9-188F19FB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6" name="Picture 2" descr="Big Wheel (Vehicle) | Spiderman animated Wikia | Fandom">
            <a:extLst>
              <a:ext uri="{FF2B5EF4-FFF2-40B4-BE49-F238E27FC236}">
                <a16:creationId xmlns:a16="http://schemas.microsoft.com/office/drawing/2014/main" id="{094A8E31-75A6-6C12-CFAB-68CCD3F70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93" y="687558"/>
            <a:ext cx="4856479" cy="517768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64814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CA44-E201-B8C2-B197-1A3D83D7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E912-B789-3A3A-FEBC-19DC184E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4D343-643A-F537-98DE-7A02D4DF8A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 descr="A comic book page with a comic book page&#10;&#10;AI-generated content may be incorrect.">
            <a:extLst>
              <a:ext uri="{FF2B5EF4-FFF2-40B4-BE49-F238E27FC236}">
                <a16:creationId xmlns:a16="http://schemas.microsoft.com/office/drawing/2014/main" id="{815194D1-D6D8-A886-CB88-2F4612390E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872" r="16872"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14A11-8D5D-3B2D-3570-F42BB264E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94342-44A1-9D86-85E9-CB078AA51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86D3AC-377C-85DF-A99B-8206AE4A7637}"/>
              </a:ext>
            </a:extLst>
          </p:cNvPr>
          <p:cNvSpPr/>
          <p:nvPr/>
        </p:nvSpPr>
        <p:spPr>
          <a:xfrm>
            <a:off x="-98474" y="0"/>
            <a:ext cx="12373535" cy="7039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comic book page with a comic book page&#10;&#10;AI-generated content may be incorrect.">
            <a:extLst>
              <a:ext uri="{FF2B5EF4-FFF2-40B4-BE49-F238E27FC236}">
                <a16:creationId xmlns:a16="http://schemas.microsoft.com/office/drawing/2014/main" id="{37ABDD59-E8B3-8711-9039-994EAD01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" t="8148" r="-208" b="5743"/>
          <a:stretch>
            <a:fillRect/>
          </a:stretch>
        </p:blipFill>
        <p:spPr>
          <a:xfrm>
            <a:off x="1092965" y="493066"/>
            <a:ext cx="10006069" cy="56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6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8E1C-9342-664A-D106-800F4A16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8DB8-2569-D14B-51CC-B35899D6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9A0A8-6343-14A8-86FD-F24B06FA20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1025712"/>
          </a:xfrm>
        </p:spPr>
        <p:txBody>
          <a:bodyPr/>
          <a:lstStyle/>
          <a:p>
            <a:r>
              <a:rPr lang="en-US" dirty="0"/>
              <a:t>-Big monowheel</a:t>
            </a:r>
          </a:p>
          <a:p>
            <a:r>
              <a:rPr lang="en-US" dirty="0"/>
              <a:t>-large mechanical wheel</a:t>
            </a:r>
          </a:p>
          <a:p>
            <a:r>
              <a:rPr lang="en-US" dirty="0"/>
              <a:t>-Air tight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11E43-8BA9-7ABE-01E5-206983043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1B4C8-A919-032A-41F0-953588739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2" descr="Big Wheel (Vehicle) | Spiderman animated Wikia | Fandom">
            <a:extLst>
              <a:ext uri="{FF2B5EF4-FFF2-40B4-BE49-F238E27FC236}">
                <a16:creationId xmlns:a16="http://schemas.microsoft.com/office/drawing/2014/main" id="{36372762-3C93-EBCA-1D22-AF98DBA9B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93" y="687558"/>
            <a:ext cx="4856479" cy="51776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A7D143-7774-F0C7-EF09-C9BD0A615BB2}"/>
              </a:ext>
            </a:extLst>
          </p:cNvPr>
          <p:cNvSpPr txBox="1"/>
          <p:nvPr/>
        </p:nvSpPr>
        <p:spPr>
          <a:xfrm>
            <a:off x="5679440" y="2777924"/>
            <a:ext cx="5124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-Has machines guns</a:t>
            </a:r>
          </a:p>
        </p:txBody>
      </p:sp>
    </p:spTree>
    <p:extLst>
      <p:ext uri="{BB962C8B-B14F-4D97-AF65-F5344CB8AC3E}">
        <p14:creationId xmlns:p14="http://schemas.microsoft.com/office/powerpoint/2010/main" val="216265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EFC6-4DBB-7E8E-EE01-D72859F2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59846-1E16-9C8A-65DD-F2C6C7C87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241EA-D956-41C7-8000-61326A00C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EC9C-CB6D-A514-C135-7FA2657FF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7C716-527F-9257-0AED-49689584E6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omic book page with comic text&#10;&#10;AI-generated content may be incorrect.">
            <a:extLst>
              <a:ext uri="{FF2B5EF4-FFF2-40B4-BE49-F238E27FC236}">
                <a16:creationId xmlns:a16="http://schemas.microsoft.com/office/drawing/2014/main" id="{AB66724C-F4F3-664B-BF9B-54035BB9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9" t="9834" r="4203" b="7344"/>
          <a:stretch>
            <a:fillRect/>
          </a:stretch>
        </p:blipFill>
        <p:spPr>
          <a:xfrm>
            <a:off x="1176954" y="485334"/>
            <a:ext cx="9838091" cy="559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63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C971-B667-7E7C-D2DF-6CBD19C5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7D9D-323D-A26A-9244-4427D802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EBC25-40F4-7D6A-B8BC-C58001B35D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24887-73AF-8DAD-EE2F-43D4CE2EB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23318-1B66-5CAC-E0BC-F6F38FB1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7A838-BDEA-5B5D-9A71-28F5006DF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ic book&#10;&#10;AI-generated content may be incorrect.">
            <a:extLst>
              <a:ext uri="{FF2B5EF4-FFF2-40B4-BE49-F238E27FC236}">
                <a16:creationId xmlns:a16="http://schemas.microsoft.com/office/drawing/2014/main" id="{172AF782-5FBF-1142-62C2-40614DC4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67" t="9045" r="30797" b="5617"/>
          <a:stretch>
            <a:fillRect/>
          </a:stretch>
        </p:blipFill>
        <p:spPr>
          <a:xfrm>
            <a:off x="4000708" y="205489"/>
            <a:ext cx="4325620" cy="62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7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4B99-4F5D-B519-C9CF-0309E6B8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DF29-C50B-3EDE-FE52-4646DC21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65213-C213-CA9E-05D0-EE9CEA4234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1025712"/>
          </a:xfrm>
        </p:spPr>
        <p:txBody>
          <a:bodyPr/>
          <a:lstStyle/>
          <a:p>
            <a:r>
              <a:rPr lang="en-US" dirty="0"/>
              <a:t>-Big monowheel</a:t>
            </a:r>
          </a:p>
          <a:p>
            <a:r>
              <a:rPr lang="en-US" dirty="0"/>
              <a:t>-large mechanical wheel</a:t>
            </a:r>
          </a:p>
          <a:p>
            <a:r>
              <a:rPr lang="en-US" dirty="0"/>
              <a:t>-Air tight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B4DE4-045C-6281-D08C-7D13FDDA2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818FE-F32F-5403-EE19-AB03DF66B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6" name="Picture 2" descr="Big Wheel (Vehicle) | Spiderman animated Wikia | Fandom">
            <a:extLst>
              <a:ext uri="{FF2B5EF4-FFF2-40B4-BE49-F238E27FC236}">
                <a16:creationId xmlns:a16="http://schemas.microsoft.com/office/drawing/2014/main" id="{0831F2B1-AD96-3A9B-3312-A357F8E81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93" y="687558"/>
            <a:ext cx="4856479" cy="51776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64D75-E532-39EB-82B7-A44B1B78A7A9}"/>
              </a:ext>
            </a:extLst>
          </p:cNvPr>
          <p:cNvSpPr txBox="1"/>
          <p:nvPr/>
        </p:nvSpPr>
        <p:spPr>
          <a:xfrm>
            <a:off x="5679440" y="2777924"/>
            <a:ext cx="5124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-Has machines guns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A22CD-4EBF-B885-6B2E-42839C507C6E}"/>
              </a:ext>
            </a:extLst>
          </p:cNvPr>
          <p:cNvSpPr txBox="1"/>
          <p:nvPr/>
        </p:nvSpPr>
        <p:spPr>
          <a:xfrm>
            <a:off x="5679439" y="3090446"/>
            <a:ext cx="3518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-Can crush cars with ease</a:t>
            </a:r>
          </a:p>
        </p:txBody>
      </p:sp>
    </p:spTree>
    <p:extLst>
      <p:ext uri="{BB962C8B-B14F-4D97-AF65-F5344CB8AC3E}">
        <p14:creationId xmlns:p14="http://schemas.microsoft.com/office/powerpoint/2010/main" val="303266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CCF7-6184-46FA-AEA3-162D160F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17CAF-F09B-843C-D220-89EA95A0EA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5C6B7-D261-78AB-FB44-12CB4EA16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EA79E-7292-5A09-57F8-DF35E4880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7DCF20-4B3A-9E02-E7FA-547AD921F8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ic book&#10;&#10;AI-generated content may be incorrect.">
            <a:extLst>
              <a:ext uri="{FF2B5EF4-FFF2-40B4-BE49-F238E27FC236}">
                <a16:creationId xmlns:a16="http://schemas.microsoft.com/office/drawing/2014/main" id="{3FCF691D-5D1C-5D8F-FB18-625647862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1" t="26996" r="3083" b="22352"/>
          <a:stretch>
            <a:fillRect/>
          </a:stretch>
        </p:blipFill>
        <p:spPr>
          <a:xfrm>
            <a:off x="945254" y="1506062"/>
            <a:ext cx="10301491" cy="355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98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238D-8FFE-2376-5650-C4CAB823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5EE0-1C3E-48D9-800B-04654371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7D05F-3E80-FA37-A4BA-26C3BEE08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1025712"/>
          </a:xfrm>
        </p:spPr>
        <p:txBody>
          <a:bodyPr/>
          <a:lstStyle/>
          <a:p>
            <a:r>
              <a:rPr lang="en-US" dirty="0"/>
              <a:t>-Big monowheel</a:t>
            </a:r>
          </a:p>
          <a:p>
            <a:r>
              <a:rPr lang="en-US" dirty="0"/>
              <a:t>-large mechanical wheel</a:t>
            </a:r>
          </a:p>
          <a:p>
            <a:r>
              <a:rPr lang="en-US" dirty="0"/>
              <a:t>-Air tight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085A1-5B20-CAA6-5F91-AE024D356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A8B81-14BE-14D4-2E1F-75D57F8CE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6" name="Picture 2" descr="Big Wheel (Vehicle) | Spiderman animated Wikia | Fandom">
            <a:extLst>
              <a:ext uri="{FF2B5EF4-FFF2-40B4-BE49-F238E27FC236}">
                <a16:creationId xmlns:a16="http://schemas.microsoft.com/office/drawing/2014/main" id="{F2E30383-8814-F86F-3774-F8C5B551C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93" y="687558"/>
            <a:ext cx="4856479" cy="51776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8E771F-4F46-9E4D-1F28-5EDABB01C46F}"/>
              </a:ext>
            </a:extLst>
          </p:cNvPr>
          <p:cNvSpPr txBox="1"/>
          <p:nvPr/>
        </p:nvSpPr>
        <p:spPr>
          <a:xfrm>
            <a:off x="5679440" y="2777924"/>
            <a:ext cx="5124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-Has machines guns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C53D6-7EBA-ECE7-FA94-8560EE844C96}"/>
              </a:ext>
            </a:extLst>
          </p:cNvPr>
          <p:cNvSpPr txBox="1"/>
          <p:nvPr/>
        </p:nvSpPr>
        <p:spPr>
          <a:xfrm>
            <a:off x="5679439" y="3090446"/>
            <a:ext cx="3518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-Can crush cars with 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4F4AF-F759-852B-F415-E0AFC65B7420}"/>
              </a:ext>
            </a:extLst>
          </p:cNvPr>
          <p:cNvSpPr txBox="1"/>
          <p:nvPr/>
        </p:nvSpPr>
        <p:spPr>
          <a:xfrm>
            <a:off x="5679438" y="3429000"/>
            <a:ext cx="3249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-Can ride up walls</a:t>
            </a:r>
          </a:p>
        </p:txBody>
      </p:sp>
    </p:spTree>
    <p:extLst>
      <p:ext uri="{BB962C8B-B14F-4D97-AF65-F5344CB8AC3E}">
        <p14:creationId xmlns:p14="http://schemas.microsoft.com/office/powerpoint/2010/main" val="386516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5BD1-4824-4827-571B-A4AED83E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0786-49F9-E9A1-FE44-DD35C831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9F754-293F-E5CF-EF06-4B246DD645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31CB-872E-EA46-7A69-078FB56FE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78053-3B87-D272-92EA-638035D9B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009EE-4B19-53D7-5060-4723F10F47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rtoon of a comic book&#10;&#10;AI-generated content may be incorrect.">
            <a:extLst>
              <a:ext uri="{FF2B5EF4-FFF2-40B4-BE49-F238E27FC236}">
                <a16:creationId xmlns:a16="http://schemas.microsoft.com/office/drawing/2014/main" id="{CA05EDEE-49C9-BAA8-80DC-AE5D2EDE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30" t="9185" r="26793" b="6488"/>
          <a:stretch>
            <a:fillRect/>
          </a:stretch>
        </p:blipFill>
        <p:spPr>
          <a:xfrm>
            <a:off x="4464146" y="1033548"/>
            <a:ext cx="3643534" cy="42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0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6CA3-7831-8D12-A419-2B9E68B45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0C29-1B2E-9E59-8D17-0272CD84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C6EF0-9D06-7708-F5D0-AD22423DC4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A5C81-E232-9BE8-B21B-3C4E4E421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30F8F-E705-1AB7-9AAA-E073F08EE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E644-B0B9-4945-93BD-7286E08F33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ic book&#10;&#10;AI-generated content may be incorrect.">
            <a:extLst>
              <a:ext uri="{FF2B5EF4-FFF2-40B4-BE49-F238E27FC236}">
                <a16:creationId xmlns:a16="http://schemas.microsoft.com/office/drawing/2014/main" id="{D673F356-C6BB-742D-D287-E330D165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13" t="10298" r="15209" b="5932"/>
          <a:stretch>
            <a:fillRect/>
          </a:stretch>
        </p:blipFill>
        <p:spPr>
          <a:xfrm>
            <a:off x="3042437" y="1169324"/>
            <a:ext cx="6107125" cy="483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6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CDB0B-C4DC-8965-AFDF-5A10DCC77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E8EB-00FA-3CD9-CE1E-54ED61FD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0AAA-B544-DF04-38B6-72FA0456BD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DFAEB-DE72-3889-A443-0181EB768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8A033-CF59-EEF8-68B3-A4D968400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8EB32-D822-61C2-E050-5A2DD85173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095013F-8F32-7813-D329-C4911BB32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0"/>
            <a:ext cx="10535920" cy="6851930"/>
          </a:xfrm>
          <a:prstGeom prst="rect">
            <a:avLst/>
          </a:prstGeom>
        </p:spPr>
      </p:pic>
      <p:pic>
        <p:nvPicPr>
          <p:cNvPr id="16386" name="Picture 2" descr="Hold it! | Ace Attorney Wiki | Fandom">
            <a:extLst>
              <a:ext uri="{FF2B5EF4-FFF2-40B4-BE49-F238E27FC236}">
                <a16:creationId xmlns:a16="http://schemas.microsoft.com/office/drawing/2014/main" id="{A2E2231D-87EE-268D-05E5-2493BEE05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3" y="0"/>
            <a:ext cx="9769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8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7CCD-FE3E-0256-2BF4-E42DF79A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4E66-E573-8655-7446-ABE89FF4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22F96-04D8-7688-1C25-4DC9945D4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11E1B-219D-E16B-5F8C-691FF54FD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80F6C-9155-D2F4-48BA-C71D20D34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B1BD74-692F-4D72-E2CC-6BDA9141D6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rtoon of a satellite&#10;&#10;AI-generated content may be incorrect.">
            <a:extLst>
              <a:ext uri="{FF2B5EF4-FFF2-40B4-BE49-F238E27FC236}">
                <a16:creationId xmlns:a16="http://schemas.microsoft.com/office/drawing/2014/main" id="{49E782BB-4828-9AC0-E3B4-C4FF5ABA2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3" t="16050" r="5827" b="16199"/>
          <a:stretch>
            <a:fillRect/>
          </a:stretch>
        </p:blipFill>
        <p:spPr>
          <a:xfrm>
            <a:off x="1656080" y="717179"/>
            <a:ext cx="9147550" cy="516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F285-0711-EE06-959D-89A0C8A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BCA7-D31D-B7F9-1013-7A732369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2E612-06AB-C6B9-91A3-13D2F8B43A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89924-A61B-CF68-A0F7-BFB49A7EE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D6368-6B4B-0AE2-2D67-5DE33F183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6FC1C-9C6F-6F70-6979-8730D791F6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rtoon of a person carrying a suitcase&#10;&#10;AI-generated content may be incorrect.">
            <a:extLst>
              <a:ext uri="{FF2B5EF4-FFF2-40B4-BE49-F238E27FC236}">
                <a16:creationId xmlns:a16="http://schemas.microsoft.com/office/drawing/2014/main" id="{67F8D386-8FC2-4363-8609-3C4CD601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6" t="7676" r="22906" b="7082"/>
          <a:stretch>
            <a:fillRect/>
          </a:stretch>
        </p:blipFill>
        <p:spPr>
          <a:xfrm>
            <a:off x="3906982" y="1149927"/>
            <a:ext cx="4294909" cy="430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44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E8A2-07F7-8A20-DF90-179B5A66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AABC-5DF3-3DFC-DEAE-093EA952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20632-4C44-2AA7-815E-439FE2AFD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326A6-7952-E30B-F470-2326A7280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28C9B-5220-6506-E4C5-FEC2AB5D0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31292-886B-6FFA-1ECD-B0D3972D7C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artoon of 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29D2C911-9190-7C62-DAAE-A80CDDF39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01" t="10311" r="12924" b="5817"/>
          <a:stretch>
            <a:fillRect/>
          </a:stretch>
        </p:blipFill>
        <p:spPr>
          <a:xfrm>
            <a:off x="3228108" y="969818"/>
            <a:ext cx="5749637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38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5E8B-79F0-CA56-1BCB-1923B266E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66" y="205489"/>
            <a:ext cx="5424988" cy="998056"/>
          </a:xfrm>
        </p:spPr>
        <p:txBody>
          <a:bodyPr/>
          <a:lstStyle/>
          <a:p>
            <a:r>
              <a:rPr lang="en-US" dirty="0"/>
              <a:t>Other Big Wheel adventures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6DEEA-80EE-061E-E4E3-90A36E750C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1BE85-A650-F255-6545-32688CDCAC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6DCA0-82A2-DF85-2ADA-E53798F79C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576D9E-CC18-32A0-1F29-F8DC4DF46C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EF8831-F672-B1DD-CDC6-2B240BE2C5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6BA91E-6FC5-AC15-4CB4-71D85BCB93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1728B6-8FE8-3BF9-6D67-F95BFEDA3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8F26C7-1675-C3BB-604F-F4FD43B80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12" name="Picture 11" descr="A screenshot of a cartoon&#10;&#10;AI-generated content may be incorrect.">
            <a:extLst>
              <a:ext uri="{FF2B5EF4-FFF2-40B4-BE49-F238E27FC236}">
                <a16:creationId xmlns:a16="http://schemas.microsoft.com/office/drawing/2014/main" id="{007A7BC3-EED6-EEBC-2D54-0AB8F932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3" t="17837" r="4220" b="13205"/>
          <a:stretch>
            <a:fillRect/>
          </a:stretch>
        </p:blipFill>
        <p:spPr>
          <a:xfrm>
            <a:off x="333695" y="1658305"/>
            <a:ext cx="4789284" cy="2382266"/>
          </a:xfrm>
          <a:prstGeom prst="rect">
            <a:avLst/>
          </a:prstGeom>
        </p:spPr>
      </p:pic>
      <p:pic>
        <p:nvPicPr>
          <p:cNvPr id="14" name="Picture 13" descr="A comic book page with a person in a helmet&#10;&#10;AI-generated content may be incorrect.">
            <a:extLst>
              <a:ext uri="{FF2B5EF4-FFF2-40B4-BE49-F238E27FC236}">
                <a16:creationId xmlns:a16="http://schemas.microsoft.com/office/drawing/2014/main" id="{0F8FB881-7229-C266-CCE8-96535EA08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60" t="9768" r="3989" b="13853"/>
          <a:stretch>
            <a:fillRect/>
          </a:stretch>
        </p:blipFill>
        <p:spPr>
          <a:xfrm>
            <a:off x="8748609" y="205489"/>
            <a:ext cx="3177767" cy="3882900"/>
          </a:xfrm>
          <a:prstGeom prst="rect">
            <a:avLst/>
          </a:prstGeom>
        </p:spPr>
      </p:pic>
      <p:pic>
        <p:nvPicPr>
          <p:cNvPr id="16" name="Picture 15" descr="A screenshot of a cartoon&#10;&#10;AI-generated content may be incorrect.">
            <a:extLst>
              <a:ext uri="{FF2B5EF4-FFF2-40B4-BE49-F238E27FC236}">
                <a16:creationId xmlns:a16="http://schemas.microsoft.com/office/drawing/2014/main" id="{1E45D012-433F-3972-0BE2-07EB769EBE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8" t="30057" r="13218" b="26244"/>
          <a:stretch>
            <a:fillRect/>
          </a:stretch>
        </p:blipFill>
        <p:spPr>
          <a:xfrm>
            <a:off x="3591468" y="4323570"/>
            <a:ext cx="6602908" cy="22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42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86B44-4F9A-087F-DFF0-ED4699CC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3DE1-E3DE-51CF-74A8-667DA047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Wheel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E65D4-FF22-FDAB-1E14-99288EDAA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1025712"/>
          </a:xfrm>
        </p:spPr>
        <p:txBody>
          <a:bodyPr/>
          <a:lstStyle/>
          <a:p>
            <a:r>
              <a:rPr lang="en-US" dirty="0"/>
              <a:t>-Big monowheel</a:t>
            </a:r>
          </a:p>
          <a:p>
            <a:r>
              <a:rPr lang="en-US" dirty="0"/>
              <a:t>-large mechanical wheel</a:t>
            </a:r>
          </a:p>
          <a:p>
            <a:r>
              <a:rPr lang="en-US" dirty="0"/>
              <a:t>-Air tight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F91DF-D8B5-5175-86B9-683818757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E8411-5468-6081-7F3C-CDCCF3B1D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6" name="Picture 2" descr="Big Wheel (Vehicle) | Spiderman animated Wikia | Fandom">
            <a:extLst>
              <a:ext uri="{FF2B5EF4-FFF2-40B4-BE49-F238E27FC236}">
                <a16:creationId xmlns:a16="http://schemas.microsoft.com/office/drawing/2014/main" id="{FD29D3F0-9506-608A-ABC9-5A1F95F6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93" y="687558"/>
            <a:ext cx="4856479" cy="51776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D6C9F-BB2D-33EE-5C82-1E13470B14CA}"/>
              </a:ext>
            </a:extLst>
          </p:cNvPr>
          <p:cNvSpPr txBox="1"/>
          <p:nvPr/>
        </p:nvSpPr>
        <p:spPr>
          <a:xfrm>
            <a:off x="5679440" y="2777924"/>
            <a:ext cx="5124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-Has machines guns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A502A-56D2-87D2-576C-833603E16BBC}"/>
              </a:ext>
            </a:extLst>
          </p:cNvPr>
          <p:cNvSpPr txBox="1"/>
          <p:nvPr/>
        </p:nvSpPr>
        <p:spPr>
          <a:xfrm>
            <a:off x="5679439" y="3090446"/>
            <a:ext cx="3518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-Can crush cars with 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4008C-5F47-68FD-85D7-4C03BCB76D6B}"/>
              </a:ext>
            </a:extLst>
          </p:cNvPr>
          <p:cNvSpPr txBox="1"/>
          <p:nvPr/>
        </p:nvSpPr>
        <p:spPr>
          <a:xfrm>
            <a:off x="5679438" y="3429000"/>
            <a:ext cx="3249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-Can ride up walls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C3DAE-0058-74EB-011B-A8E945908E88}"/>
              </a:ext>
            </a:extLst>
          </p:cNvPr>
          <p:cNvSpPr txBox="1"/>
          <p:nvPr/>
        </p:nvSpPr>
        <p:spPr>
          <a:xfrm>
            <a:off x="5679438" y="3767554"/>
            <a:ext cx="5839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-CAN GET RID OF TRAFFIC</a:t>
            </a:r>
          </a:p>
        </p:txBody>
      </p:sp>
    </p:spTree>
    <p:extLst>
      <p:ext uri="{BB962C8B-B14F-4D97-AF65-F5344CB8AC3E}">
        <p14:creationId xmlns:p14="http://schemas.microsoft.com/office/powerpoint/2010/main" val="28135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2799-0EDE-6D14-E8E8-9D6BBB10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0444F-AA9D-3B35-5E8F-4E281B004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8BCF8-EE00-D748-2627-16D101C36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0BE9B-1F67-1061-0908-B6FBDD43F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8436" name="Picture 4" descr="Big Wheel (Vehicle) | Spiderman animated Wikia | Fandom">
            <a:extLst>
              <a:ext uri="{FF2B5EF4-FFF2-40B4-BE49-F238E27FC236}">
                <a16:creationId xmlns:a16="http://schemas.microsoft.com/office/drawing/2014/main" id="{04AB265D-B34E-A96C-2F4D-4E57C34A6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8" b="94215" l="2353" r="97353">
                        <a14:foregroundMark x1="62941" y1="88430" x2="59706" y2="94215"/>
                        <a14:foregroundMark x1="90294" y1="47658" x2="95000" y2="42149"/>
                        <a14:foregroundMark x1="96765" y1="32231" x2="96765" y2="32231"/>
                        <a14:foregroundMark x1="97941" y1="48485" x2="97941" y2="48485"/>
                        <a14:foregroundMark x1="64412" y1="6612" x2="64412" y2="6612"/>
                        <a14:foregroundMark x1="56176" y1="4408" x2="52059" y2="5510"/>
                        <a14:foregroundMark x1="7647" y1="73554" x2="7647" y2="73554"/>
                        <a14:foregroundMark x1="2353" y1="76860" x2="2353" y2="76860"/>
                        <a14:foregroundMark x1="96176" y1="40771" x2="96176" y2="40771"/>
                        <a14:foregroundMark x1="95000" y1="41598" x2="96765" y2="415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9466" y="1123950"/>
            <a:ext cx="438721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7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25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50"/>
                            </p:stCondLst>
                            <p:childTnLst>
                              <p:par>
                                <p:cTn id="8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D07AFA-56ED-494E-AC96-7D874BD7F8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3089DF1-5746-46EC-AE4D-E0FEEFA3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TM56488565</Template>
  <TotalTime>0</TotalTime>
  <Words>341</Words>
  <Application>Microsoft Macintosh PowerPoint</Application>
  <PresentationFormat>Widescreen</PresentationFormat>
  <Paragraphs>112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 Bold</vt:lpstr>
      <vt:lpstr>Courier New</vt:lpstr>
      <vt:lpstr>Daytona Pro Light</vt:lpstr>
      <vt:lpstr>Office Theme</vt:lpstr>
      <vt:lpstr>Spiderman’s best Villian</vt:lpstr>
      <vt:lpstr>Rogues Gallery</vt:lpstr>
      <vt:lpstr>Jackson Weele</vt:lpstr>
      <vt:lpstr>origin</vt:lpstr>
      <vt:lpstr>PowerPoint Presentation</vt:lpstr>
      <vt:lpstr>PowerPoint Presentation</vt:lpstr>
      <vt:lpstr>PowerPoint Presentation</vt:lpstr>
      <vt:lpstr>Big Wheel</vt:lpstr>
      <vt:lpstr>The Big Wheel</vt:lpstr>
      <vt:lpstr>PowerPoint Presentation</vt:lpstr>
      <vt:lpstr>The Big Wheel</vt:lpstr>
      <vt:lpstr>PowerPoint Presentation</vt:lpstr>
      <vt:lpstr>PowerPoint Presentation</vt:lpstr>
      <vt:lpstr>The Big Wheel</vt:lpstr>
      <vt:lpstr>PowerPoint Presentation</vt:lpstr>
      <vt:lpstr>The Big Wheel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Big Wheel adventures</vt:lpstr>
      <vt:lpstr>The Big Wheel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2021-05-30T19:37:17Z</dcterms:created>
  <dcterms:modified xsi:type="dcterms:W3CDTF">2025-09-19T19:19:31Z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